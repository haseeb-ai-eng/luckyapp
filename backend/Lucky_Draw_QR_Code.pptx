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40AF"/>
                </a:solidFill>
              </a:defRPr>
            </a:pPr>
            <a:r>
              <a:t>Lucky Draw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Scan the QR Code Below to Register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86000"/>
            <a:ext cx="3657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1E1E"/>
                </a:solidFill>
                <a:latin typeface="Courier New"/>
              </a:defRPr>
            </a:pPr>
            <a:r>
              <a:t>Registration Code: Z5G-12345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Point your phone camera at the QR code to register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